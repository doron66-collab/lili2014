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1F5F9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1F5F9"/>
                </a:solidFill>
                <a:latin typeface="Calibri"/>
              </a:rPr>
              <a:t>Mean latency per query (s) — lower is better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latency (s)</c:v>
                </c:pt>
              </c:strCache>
            </c:strRef>
          </c:tx>
          <c:spPr>
            <a:solidFill>
              <a:srgbClr val="06B6D4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5F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llama3.2 (3B)</c:v>
                  </c:pt>
                  <c:pt idx="1">
                    <c:v>qwen3:0.6b</c:v>
                  </c:pt>
                  <c:pt idx="2">
                    <c:v>deepseek-r1:1.5b</c:v>
                  </c:pt>
                  <c:pt idx="3">
                    <c:v>deepseek-r1:8b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1.08</c:v>
                </c:pt>
                <c:pt idx="1">
                  <c:v>1.62</c:v>
                </c:pt>
                <c:pt idx="2">
                  <c:v>4.77</c:v>
                </c:pt>
                <c:pt idx="3">
                  <c:v>13.62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1F5F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12294F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4572000"/>
            <a:ext cx="3291840" cy="3291840"/>
          </a:xfrm>
          <a:prstGeom prst="ellipse">
            <a:avLst/>
          </a:prstGeom>
          <a:solidFill>
            <a:srgbClr val="12294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362  ·  EMERGING TECHNOLOGIES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SOLANGE Copilot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privacy-preserving, local-LLM assistant for auditable quantum-oncology results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292608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Doron Cohen   ·   Claremont Graduate University   ·   2026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machine — no data leaves it.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results, hard to trust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Nine-part provenance records, quantum energies in Hartree, and cryptographic seals — hard to read and review.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∿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Stochastic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sampling and variational noise make results non-reproducible by default.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4672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2104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 and clinical context cannot be sent to a third-party cloud API.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Capable AI — running privately, on a laptop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6035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are now good enough to extract, summarize, and answer over scientific records — no cloud.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locally via Ollama; nothing ever leaves the machine (a benefit a cloud API cannot offer).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grounded in retrieved sources and cites them — it refuses rather than guessing.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40880" y="1920240"/>
            <a:ext cx="4526280" cy="3383280"/>
          </a:xfrm>
          <a:prstGeom prst="roundRect">
            <a:avLst>
              <a:gd name="adj" fmla="val 2432"/>
            </a:avLst>
          </a:prstGeom>
          <a:solidFill>
            <a:srgbClr val="0B1E3D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0" y="2606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 where reducible,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notarization where irreducible.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0" y="40690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randomness at the LLM layer (temperature 0); notarize it where it is physical — quantum sampling — with cryptographic seals. Grounding handles correctness.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83003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0830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 [5 pts]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local models, three size tiers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522 MB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qwen3:0.6b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/ fast baseline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01568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3016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GB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30168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deepseek-r1:1.5b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0168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reasoning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63056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0B1E3D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63056" y="2011680"/>
            <a:ext cx="2560320" cy="2926080"/>
          </a:xfrm>
          <a:prstGeom prst="roundRect">
            <a:avLst>
              <a:gd name="adj" fmla="val 3214"/>
            </a:avLst>
          </a:prstGeom>
          <a:ln w="3175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GB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91656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llama3.2  (3B)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91656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— our pick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91656" y="434340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6391656" y="4343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24544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53144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GB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53144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deepseek-r1:8b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53144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reasoning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itself a finding — see the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[50 pts]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Retrieval-grounded, two modes, one local engine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8988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138988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mutation or 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record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8036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7180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over 19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PubMed-sourced refs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12064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7044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587044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1208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1208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contract: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the context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516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6092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811072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5236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5236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Ollama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3544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0120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5100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1035100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69264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69264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+ cited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+ provenance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4892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Python server (stdlib only); auto-detects Ollama, and falls back to a deterministic mock so it runs anywhere.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 [10 pts]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58568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Explain a run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6243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P1–P9 provenance record into an auditable narrative and checks internal consistency.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258568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21671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Druggability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178040" y="26243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why a tumor-suppressor mutation is non-druggable — grounded in literature, with citations.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950208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38587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 seal verification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43159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Recomputes the P8 SHA-256 seal locally and detects tampering — offline.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3657600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3952" y="3950208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78040" y="38587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Multi-scale, real runs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178040" y="43159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real records at 4, 24, and 88 qubits — scale-agnostic.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03781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9037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trust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seal verification — LEON, locally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91640" y="23957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 VERIFIED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the SHA-256 seal over 37 fields; it matches the stored hash. The record is intact.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5212080" cy="2468880"/>
          </a:xfrm>
          <a:prstGeom prst="roundRect">
            <a:avLst>
              <a:gd name="adj" fmla="val 333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9400" y="23317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06640" y="23957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 MISMATCH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29400" y="32004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one digit of the energy — it caught the exact field: p7_energy_ha. Tamper detection, offline.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faithful reproduction of the platform's notary — the practical embodiment of “verify, don't trust.”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 [25 pts]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isn't better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20240"/>
          <a:ext cx="5760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720840" y="1965960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49440" y="21031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llama3.2 (3B) wins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949440" y="25146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on every quality metric and the fastest — ties the 8B model at ~12× lower latency.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720840" y="3337560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3474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&gt; size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949440" y="38862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Enriching the corpus lifted the 0.6B model to 100% grounding.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720840" y="4709160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49440" y="4846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hallucination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949440" y="52578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refused 100% of out-of-context questions.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 ·  Topic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0 = reproducible, at no cost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std-dev at temperature 0 — fully deterministic, bit-for-bit reproducible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1772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of out-of-context questions at every temperature tested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variance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210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temperature adds variability — with no gain in 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language-model half of the thesis: reduce randomness where it is reducible.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2889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[5]  ·  Future [5]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limits, clear next steps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are weaker than frontier cloud models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buys reproducibility, not correctness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evaluation set — single-item flips are noise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88-qubit Phase 3B record is a plan, not yet run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71018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Chain-of-custody verification across record versions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retrieval (embeddings) vs. lexical BM25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PubMed lookup per mutation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Larger, repeated evaluation with tighter intervals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206240" cy="4206240"/>
          </a:xfrm>
          <a:prstGeom prst="ellipse">
            <a:avLst/>
          </a:prstGeom>
          <a:solidFill>
            <a:srgbClr val="12294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Private.  Reproducible.  Auditable.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capable AI assistant for quantum-oncology — running entirely on your machine.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743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(code + run instructions):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github.com/doron66-collab/lili2014  →  ist362_copilot/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Doron Cohen   ·   IST 362 Emerging Technologies   ·   CGU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2026-07-19T11:20:00Z</dcterms:created>
  <dcterms:modified xsi:type="dcterms:W3CDTF">2026-07-19T11:20:00Z</dcterms:modified>
</cp:coreProperties>
</file>