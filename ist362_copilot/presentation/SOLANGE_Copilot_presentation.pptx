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>
        <p:scale>
          <a:sx n="130" d="100"/>
          <a:sy n="130" d="100"/>
        </p:scale>
        <p:origin x="17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1F5F9"/>
                </a:solidFill>
                <a:latin typeface="Calibri"/>
              </a:defRPr>
            </a:pPr>
            <a:r>
              <a:rPr lang="en-US" sz="1300" b="0" i="0" u="none" strike="noStrike" dirty="0">
                <a:solidFill>
                  <a:srgbClr val="F1F5F9"/>
                </a:solidFill>
                <a:latin typeface="Calibri"/>
              </a:rPr>
              <a:t>Mean latency per query (s) - lower is better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latency (s)</c:v>
                </c:pt>
              </c:strCache>
            </c:strRef>
          </c:tx>
          <c:spPr>
            <a:solidFill>
              <a:srgbClr val="06B6D4">
                <a:alpha val="10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5F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llama3.2 (3B)</c:v>
                </c:pt>
                <c:pt idx="1">
                  <c:v>qwen3:0.6b</c:v>
                </c:pt>
                <c:pt idx="2">
                  <c:v>deepseek-r1:1.5b</c:v>
                </c:pt>
                <c:pt idx="3">
                  <c:v>deepseek-r1:8b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1.08</c:v>
                </c:pt>
                <c:pt idx="1">
                  <c:v>1.62</c:v>
                </c:pt>
                <c:pt idx="2">
                  <c:v>4.7699999999999996</c:v>
                </c:pt>
                <c:pt idx="3">
                  <c:v>13.62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2D-AE4C-80E5-DC2DC0805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02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91840" cy="329184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362  ·  EMERGING TECHNOLOGIES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SOLANGE Copilot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privacy-preserving, local-LLM assistant for auditable quantum-oncology results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29260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 Cohen   ·   Claremont Graduate University   ·   2026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your machine - no data leaves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results, hard to trust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Nine-part provenance records, quantum energies in Hartree, and cryptographic seals - hard to read and review.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228600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611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sampling and variational noise make results non-reproducible by default.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429000" cy="3291840"/>
          </a:xfrm>
          <a:prstGeom prst="roundRect">
            <a:avLst>
              <a:gd name="adj" fmla="val 2500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1040" y="228600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210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36118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Genomic and clinical context cannot be sent to a third-party cloud API.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Capable AI - running privately, on a laptop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models are now good enough to extract, summarize, and answer over scientific records - no cloud.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locally via Ollama. nothing ever leaves the machine.      (a benefit a cloud API cannot offer) </a:t>
            </a:r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grounded in retrieved sources and cites them - it refuses rather than guessing.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040880" y="1920240"/>
            <a:ext cx="4526280" cy="3383280"/>
          </a:xfrm>
          <a:prstGeom prst="roundRect">
            <a:avLst>
              <a:gd name="adj" fmla="val 2432"/>
            </a:avLst>
          </a:prstGeom>
          <a:solidFill>
            <a:srgbClr val="0B1E3D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26060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Determinism where reducible,</a:t>
            </a:r>
            <a:endParaRPr lang="en-US" sz="2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notarization where irreducible.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0" y="40690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randomness at the LLM layer (temperature 0). notarize it where it is physical - quantum sampling - with cryptographic seals. Grounding handles correctness.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83003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0830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local models, three size tiers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522 MB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qwen3:0.6b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/ fast baseline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01568" y="20116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30168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GB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30168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deepseek-r1:1.5b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reasoning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63056" y="20116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0B1E3D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63056" y="2011680"/>
            <a:ext cx="2560320" cy="2926080"/>
          </a:xfrm>
          <a:prstGeom prst="roundRect">
            <a:avLst>
              <a:gd name="adj" fmla="val 3214"/>
            </a:avLst>
          </a:prstGeom>
          <a:ln w="317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91656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GB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91656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 (3B)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91656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- our pick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91656" y="4343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91656" y="4343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24544" y="2011680"/>
            <a:ext cx="2560320" cy="2926080"/>
          </a:xfrm>
          <a:prstGeom prst="roundRect">
            <a:avLst>
              <a:gd name="adj" fmla="val 3214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53144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GB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53144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deepseek-r1:8b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53144" y="35661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reasoning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itself a finding - see the evaluation.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72614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1726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Retrieval-grounded, two modes, one local engine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89888" y="239572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8988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mutation or 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record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8036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30168" y="239572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30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7180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over 19 real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PubMed-sourced refs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1945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12064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70448" y="239572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7044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1208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1208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contract: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 context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21945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6092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110728" y="239572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107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5236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5236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Ollama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5440" y="2194560"/>
            <a:ext cx="45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01200" y="2194560"/>
            <a:ext cx="1965960" cy="2286000"/>
          </a:xfrm>
          <a:prstGeom prst="roundRect">
            <a:avLst>
              <a:gd name="adj" fmla="val 4186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351008" y="2395728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5100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69264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92640" y="338328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+ cited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+ provenance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Python server (stdlib only), auto-detects Ollama, and falls back to a deterministic mock so it runs anywhere.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10420"/>
            <a:ext cx="2172614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10420"/>
            <a:ext cx="21726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1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475085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767693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76769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67625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Explain a run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00200" y="2133453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P1-P9 provenance record into an auditable narrative and checks internal consistency.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475085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73952" y="1767693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3952" y="176769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67625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Druggability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178040" y="2133453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tumor-suppressor mutation is non-druggable - grounded in literature, with citations.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166725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3459333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45933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0200" y="336789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LEON seal verification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3825093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Recomputes the P8 SHA-256 seal locally and detects tampering - offline.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166725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73952" y="3459333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73952" y="345933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7848" y="3367893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Multi-scale, real runs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127800" y="3825093"/>
            <a:ext cx="4343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real records at 4, 24, and 88 qubits - scale-agnostic.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68D4765-9E6D-E7EB-F01F-D733AD837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88" y="4700991"/>
            <a:ext cx="4628804" cy="208504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264056C-9CD1-8E09-4FAD-7C96571C6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7309" y="4658261"/>
            <a:ext cx="4119613" cy="2047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03781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9037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don't trust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seal verification – “LEON”, locally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23415"/>
            <a:ext cx="5349240" cy="2208628"/>
          </a:xfrm>
          <a:prstGeom prst="roundRect">
            <a:avLst>
              <a:gd name="adj" fmla="val 3333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02691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01705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91640" y="212677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 VERIFIED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8660" y="2877660"/>
            <a:ext cx="5280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the SHA-256 seal over 37 fields. it matches the stored hash. The record is intact.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823415"/>
            <a:ext cx="5212080" cy="2208628"/>
          </a:xfrm>
          <a:prstGeom prst="roundRect">
            <a:avLst>
              <a:gd name="adj" fmla="val 3333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pPr marL="0" algn="l" defTabSz="914400" rtl="0" eaLnBrk="1" latinLnBrk="0" hangingPunct="1"/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202691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29400" y="201705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406640" y="212677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Seal MISMATCH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36659" y="2877660"/>
            <a:ext cx="511526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one character/digit of the results - it catches the exact field. p7_energy_ha. Tamper detection, offline.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96687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faithful reproduction of the platform's notary - the practical embodiment of “verify, don't trust.”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5135E1-27B4-0C18-B796-DAC7FD5F4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59" y="4456630"/>
            <a:ext cx="5113425" cy="22086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81F3722-416C-F3FD-1055-23334DDC3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306" y="4436233"/>
            <a:ext cx="4937312" cy="2247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0795"/>
            <a:ext cx="1993392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00795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66555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isn't better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034164489"/>
              </p:ext>
            </p:extLst>
          </p:nvPr>
        </p:nvGraphicFramePr>
        <p:xfrm>
          <a:off x="221060" y="1544379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67350" y="287079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295950" y="424239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llama3.2 (3B) wins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295950" y="835719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on every quality metric and the fastest - ties the 8B model at ~12× lower latency.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067350" y="1658679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295950" y="1795839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&gt; size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295950" y="2207319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Enriching the corpus lifted the 0.6B model to 100% grounding.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067350" y="3030279"/>
            <a:ext cx="4846320" cy="1234440"/>
          </a:xfrm>
          <a:prstGeom prst="roundRect">
            <a:avLst>
              <a:gd name="adj" fmla="val 6667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pPr marL="0" algn="r" defTabSz="914400" rtl="1" eaLnBrk="1" latinLnBrk="0" hangingPunct="1"/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295950" y="3167439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hallucination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295950" y="3578919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refused 100% of out-of-context questions.</a:t>
            </a:r>
            <a:endParaRPr lang="en-US" sz="13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4C8EB00-CFF5-6FA7-066F-7D2927D5F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981" y="4264719"/>
            <a:ext cx="5760720" cy="25172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72614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1726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 ·  Topic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0 = reproducible, at no cost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std-dev at temperature 0 - fully deterministic, bit-for-bit reproducible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1772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of out-of-context questions at every temperature tested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2103120"/>
            <a:ext cx="3429000" cy="2651760"/>
          </a:xfrm>
          <a:prstGeom prst="roundRect">
            <a:avLst>
              <a:gd name="adj" fmla="val 3103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21040" y="2423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variance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3429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temperature adds variability with no gain in accuracy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language-model half of the thesis: reduce randomness where it is reducible.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889504" cy="329184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Future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limits, clear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399" y="2651760"/>
            <a:ext cx="4933741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models are weaker than frontier cloud models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buys reproducibility, not correctness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evaluation set - single-item flips are noise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88-qubit Phase 3B record is a plan, not yet run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303520" cy="3383280"/>
          </a:xfrm>
          <a:prstGeom prst="roundRect">
            <a:avLst>
              <a:gd name="adj" fmla="val 2432"/>
            </a:avLst>
          </a:prstGeom>
          <a:solidFill>
            <a:srgbClr val="12294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5400000" algn="bl" rotWithShape="0">
              <a:srgbClr val="071018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verification across record versions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(embeddings) vs. lexical BM25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PubMed lookup per mutation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repeated evaluation with tighter intervals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Private.  Reproducible.  Auditable.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AI assistant for quantum-oncology - running entirely on your machine.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388620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(code + run instructions):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github.com/doron66-collab/ist362-solange-copilot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 Cohen   ·   IST 362 Emerging Technologies   ·   CGU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739</Words>
  <Application>Microsoft Macintosh PowerPoint</Application>
  <PresentationFormat>Widescreen</PresentationFormat>
  <Paragraphs>137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doron 66</cp:lastModifiedBy>
  <cp:revision>4</cp:revision>
  <dcterms:created xsi:type="dcterms:W3CDTF">2026-07-19T11:20:00Z</dcterms:created>
  <dcterms:modified xsi:type="dcterms:W3CDTF">2026-07-19T15:26:33Z</dcterms:modified>
</cp:coreProperties>
</file>