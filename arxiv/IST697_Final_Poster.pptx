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jpg" ContentType="image/jpg"/>
  <Override PartName="/ppt/media/image2.jpg" ContentType="image/jpg"/>
  <Override PartName="/ppt/media/image3.jpg" ContentType="image/jpg"/>
  <Override PartName="/ppt/media/image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14"/>
    <p:restoredTop sz="94610"/>
  </p:normalViewPr>
  <p:slideViewPr>
    <p:cSldViewPr snapToGrid="0" snapToObjects="1">
      <p:cViewPr>
        <p:scale>
          <a:sx n="69" d="100"/>
          <a:sy n="69" d="100"/>
        </p:scale>
        <p:origin x="144" y="-2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365760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874520"/>
            <a:ext cx="4023360" cy="1554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non-druggable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27432000" y="8686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solange-platform</a:t>
            </a:r>
            <a:endParaRPr lang="en-US" sz="2000" dirty="0"/>
          </a:p>
          <a:p>
            <a:pPr marL="0" indent="0" algn="r">
              <a:buNone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.bio</a:t>
            </a:r>
            <a:endParaRPr lang="en-US" sz="2000" dirty="0"/>
          </a:p>
        </p:txBody>
      </p:sp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4572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6343158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structural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975164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2–4 kcal/mol error → ΔG shifts 5–6× → candidate misclassification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44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N=44 -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9584500"/>
            <a:ext cx="8048708" cy="958532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INPUT*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(§06.i)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(§06.ii)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(§06.iii)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orchestration - CUDA-Q + NVQLink (Nvidia stack)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reliability - Nvidia Ising VLM calibration · 3D CNN decoder (Apr 2026)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prep - DFT (PySCF) · DMRG baseline + non-active-space treatment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interpretation - DeepChem GNN clinical relevance scoring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37160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97696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363456"/>
            <a:ext cx="1152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(Trotterized)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(IBM Research 2026, arXiv:2603.08696)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endParaRPr lang="en-US" dirty="0"/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$10B roadmap · Starling 2029: 200 logical qubits · C275F (88q) within trajectory</a:t>
            </a:r>
          </a:p>
        </p:txBody>
      </p:sp>
      <p:sp>
        <p:nvSpPr>
          <p:cNvPr id="31" name="Text 26"/>
          <p:cNvSpPr/>
          <p:nvPr/>
        </p:nvSpPr>
        <p:spPr>
          <a:xfrm>
            <a:off x="10561320" y="10433304"/>
            <a:ext cx="11795760" cy="365760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DSR PHASE 4 EVALUATION*  - 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Triangulated · Pre-registered · n=4–6 expert panel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40" y="5984548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7 non-druggable mutations · four-screen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481380"/>
            <a:ext cx="8961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mutations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TP53 C275F, KEAP1 LOF, KEAP1 G333C, KEAP1 R320Q, STK11 LKB1, STK11 F354L, STK11 D194N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P1–P9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(Qiskit / CUDA-Q ready)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solange-platform.bio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57200" y="10881360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docked at the loop-sheet-helix DNA-contact region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wavefunction sampling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electron-density distribution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687800" y="10881360"/>
            <a:ext cx="157734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pic>
        <p:nvPicPr>
          <p:cNvPr id="47" name="Image 4" descr="benchmarking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551640" y="11649456"/>
            <a:ext cx="7635239" cy="4489703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(Phase 3B target)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−11.7 kcal/mol  (0.5 error - within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 (§06.i).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*Illustrative figures · Chemical accuracy threshold: ≤1 kcal/mol</a:t>
            </a:r>
            <a:endParaRPr lang="en-US" sz="1600" dirty="0"/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7924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236440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772012"/>
            <a:ext cx="10234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Live Circuit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· 4-qubit live VQE · PySCF JW Hamiltonian · May-Aug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~88-qubit active site · C275F only · proven feasible (94q, Merz et al. 2026) · KEAP1/STK11: fault-tolerant QPU (~2030+) · 152–310q · PDB-verified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sz="2000" dirty="0"/>
          </a:p>
        </p:txBody>
      </p:sp>
      <p:sp>
        <p:nvSpPr>
          <p:cNvPr id="55" name="Text 48"/>
          <p:cNvSpPr/>
          <p:nvPr/>
        </p:nvSpPr>
        <p:spPr>
          <a:xfrm>
            <a:off x="777240" y="19946148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687800" y="165506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77924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23644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8054588"/>
            <a:ext cx="1276630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non-druggable oncology targets - reusable across mutation classes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quantum-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approaches targeting classically-tractable proteins (e.g. KRAS — Vakili et al.,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Biotechnology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2025), QC here is the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available computational path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Part-11 compliance framework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probabilistic quantum binding data (incl. </a:t>
            </a:r>
            <a:r>
              <a:rPr lang="en-US" sz="20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 ML-decoder provenance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orchestration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surviving the IBM-QCS vs Nvidia-NVQLink vendor split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computational escalation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formal routing of subproblems to AI / HPC / QC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research: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NGS-informed radiotherapy decision support (post-doc) - extending GARD-class radiogenomic models</a:t>
            </a:r>
            <a:endParaRPr lang="en-US" sz="2000" dirty="0"/>
          </a:p>
        </p:txBody>
      </p:sp>
      <p:sp>
        <p:nvSpPr>
          <p:cNvPr id="60" name="Text 53"/>
          <p:cNvSpPr/>
          <p:nvPr/>
        </p:nvSpPr>
        <p:spPr>
          <a:xfrm>
            <a:off x="457200" y="20299680"/>
            <a:ext cx="1188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5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</a:t>
            </a:r>
            <a:endParaRPr lang="en-US" sz="1600" dirty="0"/>
          </a:p>
        </p:txBody>
      </p:sp>
      <p:sp>
        <p:nvSpPr>
          <p:cNvPr id="61" name="Text 54"/>
          <p:cNvSpPr/>
          <p:nvPr/>
        </p:nvSpPr>
        <p:spPr>
          <a:xfrm>
            <a:off x="457200" y="20416065"/>
            <a:ext cx="1188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NGS-informed radiotherapy decision support —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quantum-derived mechanistic features for radioresistance in TP53 structural-mutant tumors. Reserved for a post-doctoral program extending the dissertation infrastructure into clinical decision support.</a:t>
            </a:r>
            <a:endParaRPr lang="en-US" sz="1600" dirty="0"/>
          </a:p>
        </p:txBody>
      </p:sp>
      <p:sp>
        <p:nvSpPr>
          <p:cNvPr id="62" name="Text 55"/>
          <p:cNvSpPr/>
          <p:nvPr/>
        </p:nvSpPr>
        <p:spPr>
          <a:xfrm>
            <a:off x="14630400" y="20330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~88</a:t>
            </a:r>
            <a:endParaRPr lang="en-US" sz="6400" dirty="0"/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 at full active site (IBM Heron r3 range)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220466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6400" dirty="0"/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NSCLC mutations targeted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2539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1" y="21143931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target coverage at platform release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0" y="21808440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3E56C2E1-9C77-B785-B350-71C053586C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9470" y="11649456"/>
            <a:ext cx="6821129" cy="448970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629429"/>
            <a:ext cx="7957268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algorithm;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Classical methods become computationally prohibitive at chemical accuracy</a:t>
            </a:r>
          </a:p>
        </p:txBody>
      </p:sp>
      <p:pic>
        <p:nvPicPr>
          <p:cNvPr id="72" name="Picture 71" descr="solange_q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844</Words>
  <Application>Microsoft Macintosh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14</cp:revision>
  <dcterms:created xsi:type="dcterms:W3CDTF">2026-05-12T07:12:24Z</dcterms:created>
  <dcterms:modified xsi:type="dcterms:W3CDTF">2026-05-12T15:40:17Z</dcterms:modified>
</cp:coreProperties>
</file>