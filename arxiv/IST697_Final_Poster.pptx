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nsclc-quantum-viewer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.netlify.app</a:t>
            </a:r>
            <a:endParaRPr lang="en-US" sz="2000" dirty="0"/>
          </a:p>
        </p:txBody>
      </p:sp>
      <p:pic>
        <p:nvPicPr>
          <p:cNvPr id="9" name="Image 2" descr="qrco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(Science 2026)</a:t>
            </a: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non-druggable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/ CUDA-Q ready)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nsclc-quantum-viewer.netlify.app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docked at the loop-sheet-helix DNA-contact region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wavefunction sampling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electron-density distribution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 · Chemical accuracy threshold: ≤1 kcal/mol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Simulator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· 2-qubit proxy active space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Full ~88-qubit pocket · Sep-Dec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QC here is the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available computational path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contact-mutant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pocket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NSCLC mutations targeted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target coverage at platform release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