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active site · proven feasible (94q demonstrated, Merz et al. 2026)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