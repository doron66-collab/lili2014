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dirty="0"/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$10B roadmap · Starling 2029: 200 logical qubits · C275F (88q) within trajectory</a:t>
            </a:r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4-qubit live VQE · PySCF JW Hamiltonian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