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DNA-contact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(Science 2026)</a:t>
            </a: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Simulator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2-qubit proxy active space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Full ~88-qubit pocket · Sep-Dec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pocket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