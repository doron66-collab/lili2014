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 · ~350 µs T2, improved gate/readout fidelity (r3 ibm_pittsburgh, IBM Quantum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(Trotterized, stochastic drift)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dirty="0"/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$10B+ roadmap · Starling 2029: 200 logical qubits · C275F (88q) within trajectory</a:t>
            </a:r>
          </a:p>
          <a:p>
            <a:r>
              <a:t>Heron r3 spec: IBM Quantum, Processor types &amp; 2026-01 product update (ibm_pittsburgh).</a:t>
            </a:r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validated core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core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D194N; extensible to 25+ tumor-suppressor genes (expansion pipeline)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live · CUDA-Q-compatible design)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at the loop-sheet-helix DNA-contact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 visualization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4-qubit live VQE + ~20e/40q HPC intermediate (NSF ACCESS / USC CARC) · PySCF JW Hamiltonian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classical methods here become computationally prohibitive at chemical accuracy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structural-mutant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non-druggable mutations · 25+ genes platform-wide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validated core targets with live JW Hamiltonians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