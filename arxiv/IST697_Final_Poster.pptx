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71"/>
    <p:restoredTop sz="94610"/>
  </p:normalViewPr>
  <p:slideViewPr>
    <p:cSldViewPr snapToGrid="0" snapToObjects="1">
      <p:cViewPr>
        <p:scale>
          <a:sx n="87" d="100"/>
          <a:sy n="87" d="100"/>
        </p:scale>
        <p:origin x="144" y="-3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82878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640726"/>
            <a:ext cx="4023360" cy="13378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C00000"/>
                </a:solidFill>
                <a:latin typeface="Georgia" pitchFamily="34" charset="0"/>
              </a:rPr>
              <a:t>Deciding</a:t>
            </a:r>
            <a:r>
              <a:rPr lang="en-US" sz="4000" b="1" dirty="0">
                <a:solidFill>
                  <a:srgbClr val="1F1409"/>
                </a:solidFill>
                <a:latin typeface="Georgia" pitchFamily="34" charset="0"/>
              </a:rPr>
              <a:t> When Quantum Computation Is Warranted: A Governed Instrument for Classical-Tractability Adjudication in Non-Druggable Oncology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0284287" y="1051560"/>
            <a:ext cx="2342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558437" y="4121334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004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5729197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269762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2-4 kcal/mol error → ΔG shifts x5</a:t>
            </a:r>
            <a:r>
              <a:rPr lang="he-IL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48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N=48 -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8787384"/>
            <a:ext cx="9304020" cy="1507451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orchestration - pull-based agent, USC CARC 'Laguna' · no stored credentials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selection - AVAS (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-built fragments from real PDB coords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Classical-tractability classifier - block2 DMRG, </a:t>
            </a:r>
            <a:r>
              <a:rPr lang="el-GR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E&lt;1.6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mHa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convergence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execution - PennyLane VQE (3A) · IBM Heron r3 (3B)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563624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48080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205633"/>
            <a:ext cx="10801678" cy="124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 · improved gate/readout fidelity (IBM Quantum 2026,</a:t>
            </a:r>
            <a:r>
              <a:rPr lang="he-IL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ibm_pittsburgh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Trotterized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stochastic drift)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roadmap · Starling 2029: 200 logical qubits · C275F (24–56q) within trajectory</a:t>
            </a:r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39" y="5984548"/>
            <a:ext cx="81000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8 DMRG-classified targets · six-screen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181313"/>
            <a:ext cx="8961120" cy="2754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DMRG-classified targets -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C275F, R175H, G245S, R249S, R282W, KEAP1 G333C, STK11 D194N, SETD2 R1625C; all measured Class B.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P1-P9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 today · CUDA-Q-compatible for Heron r3)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99755" y="10879878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24–56-qubit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821795" y="10908792"/>
            <a:ext cx="15773400" cy="5861947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(Phase 3B target):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≤1 kcal/mol error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contribution.</a:t>
            </a:r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00862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131936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662701"/>
            <a:ext cx="142319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+ 20e/40q HPC run, both complete (LEON-sealed, Aug 2026) ·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JW Hamiltonian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he-IL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C275F: 24–56q active site, DMRG Class B · well within Heron r3's 156q capacity · KEAP1/STK11: current-era, 32–74q, DMRG Class B · PDB-verified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1143001" y="19905385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827500" y="166522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609421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040495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7845580"/>
            <a:ext cx="14767560" cy="2362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BQP-relevance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classification for non-druggable oncology targets - reusable across mutation classes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Unlike quantum-enhanced approaches targeting classically-tractable proteins (e.g. KRAS — Vakili et al., Nature Biotechnology 2025), quantum necessity here is established empirically, not assumed - a DMRG classifier tests every target before any quantum claim is made, now cross-checked against an independent solver (SHCI, 0.198 mHa agreement)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 Part-11 compliance framework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for probabilistic quantum binding data (incl. P9 ML-decoder provenance)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Bifurcation-aware orchestration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CPU and GPU (NVIDIA L40S) backends both provisioned on Laguna; GPU path proven at benchmark scale, not yet production-scale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Selective computational escalation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formal routing of subproblems to AI / HPC / QC</a:t>
            </a:r>
            <a:endParaRPr lang="en-US" dirty="0">
              <a:solidFill>
                <a:srgbClr val="1F140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2" name="Text 55"/>
          <p:cNvSpPr/>
          <p:nvPr/>
        </p:nvSpPr>
        <p:spPr>
          <a:xfrm>
            <a:off x="14630399" y="20369349"/>
            <a:ext cx="22729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56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C275F's largest AVAS-tested active space · within Heron r3 capacity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311907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8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DMRG-classified targets, all Class B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1802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0" y="21070191"/>
            <a:ext cx="4620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measured targets converged to Class B (8/8, DMRG)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104503" y="21828033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095385"/>
            <a:ext cx="9304020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algorithm. Real DMRG measurements on today's generic, not-yet-chemist-defined active space, classify Class B (quantum-advantaged) across every target tested. A chemist-defined setup could plausibly shift a target to Class A (quantum-necessary). The architecture is built for either outcome.</a:t>
            </a:r>
            <a:endParaRPr lang="en-US" i="1" dirty="0">
              <a:solidFill>
                <a:srgbClr val="1F140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84AEB68-9390-2AE2-976C-EF9ECB74E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7972" y="11600798"/>
            <a:ext cx="6659255" cy="473074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144D0589-0639-A61B-E246-ED0AF2A353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0884" y="11475300"/>
            <a:ext cx="6389888" cy="46637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968</Words>
  <Application>Microsoft Macintosh PowerPoint</Application>
  <PresentationFormat>Custom</PresentationFormat>
  <Paragraphs>78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David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Deciding When Quantum Computation Is Warranted - IST697 Poster</dc:title>
  <dc:subject>PptxGenJS Presentation</dc:subject>
  <dc:creator>Doron Cohen</dc:creator>
  <cp:lastModifiedBy>doron 66</cp:lastModifiedBy>
  <cp:revision>27</cp:revision>
  <dcterms:created xsi:type="dcterms:W3CDTF">2026-05-12T07:12:24Z</dcterms:created>
  <dcterms:modified xsi:type="dcterms:W3CDTF">2026-08-18T10:37:56Z</dcterms:modified>
</cp:coreProperties>
</file>