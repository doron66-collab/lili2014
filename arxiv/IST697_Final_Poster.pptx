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DNA-contact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±5–10 kcal/mol error; ≤2 kcal/mol required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*VQE-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threshold)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Simulator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2-qubit proxy active space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Full ~88-qubit pocket · Sep-Dec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pocket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